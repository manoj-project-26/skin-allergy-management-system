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45" autoAdjust="0"/>
    <p:restoredTop sz="94206" autoAdjust="0"/>
  </p:normalViewPr>
  <p:slideViewPr>
    <p:cSldViewPr snapToGrid="0">
      <p:cViewPr>
        <p:scale>
          <a:sx n="59" d="100"/>
          <a:sy n="59" d="100"/>
        </p:scale>
        <p:origin x="48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B7C3B-D881-4206-81BD-5A35C1A4C1B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51B5C-64DA-4F0E-B808-A0AF4AD1758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51B5C-64DA-4F0E-B808-A0AF4AD17580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718B9-6EDE-45AB-814A-646B5EFAABC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47179-6392-4900-BE38-12EF337F40F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815" y="499110"/>
            <a:ext cx="11720195" cy="95440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SKIN ALLERGY MANAGEMENT SYSTEM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171" y="2493963"/>
            <a:ext cx="11843657" cy="3863294"/>
          </a:xfrm>
        </p:spPr>
        <p:txBody>
          <a:bodyPr>
            <a:noAutofit/>
          </a:bodyPr>
          <a:lstStyle/>
          <a:p>
            <a:r>
              <a:rPr lang="en-IN" dirty="0"/>
              <a:t>A Web-Based Project</a:t>
            </a:r>
            <a:endParaRPr lang="en-IN" dirty="0"/>
          </a:p>
          <a:p>
            <a:r>
              <a:rPr lang="en-IN" dirty="0"/>
              <a:t>Presented by:</a:t>
            </a:r>
            <a:endParaRPr lang="en-IN" dirty="0"/>
          </a:p>
          <a:p>
            <a:r>
              <a:rPr lang="en-IN" dirty="0"/>
              <a:t>M. Manoj</a:t>
            </a:r>
            <a:endParaRPr lang="en-IN" dirty="0"/>
          </a:p>
          <a:p>
            <a:r>
              <a:rPr lang="en-IN" dirty="0"/>
              <a:t>Register Number:12427122</a:t>
            </a:r>
            <a:endParaRPr lang="en-IN" dirty="0"/>
          </a:p>
          <a:p>
            <a:r>
              <a:rPr lang="en-IN" dirty="0"/>
              <a:t>B.Sc. Information Technology</a:t>
            </a:r>
            <a:endParaRPr lang="en-IN" dirty="0"/>
          </a:p>
          <a:p>
            <a:r>
              <a:rPr lang="en-IN" dirty="0"/>
              <a:t>Yadava college</a:t>
            </a:r>
            <a:endParaRPr lang="en-IN" dirty="0"/>
          </a:p>
          <a:p>
            <a:r>
              <a:rPr lang="en-IN" dirty="0"/>
              <a:t>Guided by:</a:t>
            </a:r>
            <a:endParaRPr lang="en-IN" dirty="0"/>
          </a:p>
          <a:p>
            <a:r>
              <a:rPr lang="en-IN" dirty="0"/>
              <a:t>A. Venkatesan, M.Sc.,  M.Phil.</a:t>
            </a:r>
            <a:endParaRPr lang="en-IN" dirty="0"/>
          </a:p>
          <a:p>
            <a:r>
              <a:rPr lang="en-IN" dirty="0"/>
              <a:t>Academic Year:2024-2027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INTRODUCTION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Skin allergies are common skin conditions that may cause itching, redness, rashes, and irritation.</a:t>
            </a:r>
            <a:endParaRPr lang="en-IN" sz="2200" dirty="0"/>
          </a:p>
          <a:p>
            <a:r>
              <a:rPr lang="en-IN" sz="2200" dirty="0"/>
              <a:t>Managing skin allergy information properly helps users understand their symptoms and take appropriate action.</a:t>
            </a:r>
            <a:endParaRPr lang="en-IN" sz="2200" dirty="0"/>
          </a:p>
          <a:p>
            <a:r>
              <a:rPr lang="en-IN" sz="2200" dirty="0"/>
              <a:t>The Skin Allergy Management System is a web-based application developed to manage patient details and provide preliminary skin allergy information</a:t>
            </a:r>
            <a:endParaRPr lang="en-IN" sz="2200" dirty="0"/>
          </a:p>
          <a:p>
            <a:r>
              <a:rPr lang="en-IN" sz="2200" dirty="0"/>
              <a:t>The system also provides doctor suggestions, hospital location information,  and skin allergy reports.</a:t>
            </a:r>
            <a:endParaRPr lang="en-IN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PROBLEM STATEMENT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Skin allergy symptoms can be difficult to manage and track.</a:t>
            </a:r>
            <a:endParaRPr lang="en-IN" sz="2200" dirty="0"/>
          </a:p>
          <a:p>
            <a:r>
              <a:rPr lang="en-IN" sz="2200" dirty="0"/>
              <a:t>Patient details may not be maintained in an organized way.</a:t>
            </a:r>
            <a:endParaRPr lang="en-IN" sz="2200" dirty="0"/>
          </a:p>
          <a:p>
            <a:r>
              <a:rPr lang="en-IN" sz="2200" dirty="0"/>
              <a:t>Users may find it difficult to understand their skin allergy symptoms.</a:t>
            </a:r>
            <a:endParaRPr lang="en-IN" sz="2200" dirty="0"/>
          </a:p>
          <a:p>
            <a:r>
              <a:rPr lang="en-IN" sz="2200" dirty="0"/>
              <a:t>Finding suitable doctors and nearby hospitals can take time.</a:t>
            </a:r>
            <a:endParaRPr lang="en-IN" sz="2200" dirty="0"/>
          </a:p>
          <a:p>
            <a:r>
              <a:rPr lang="en-IN" sz="2200" dirty="0"/>
              <a:t>A simple web-based system is needed to manage allergy-related  information in one place.</a:t>
            </a:r>
            <a:endParaRPr lang="en-IN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OBJECTIVES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To manage patient details in an organized manner.</a:t>
            </a:r>
            <a:endParaRPr lang="en-IN" sz="2200" dirty="0"/>
          </a:p>
          <a:p>
            <a:r>
              <a:rPr lang="en-IN" sz="2200" dirty="0"/>
              <a:t>To record skin allergy symptoms and allergy history.</a:t>
            </a:r>
            <a:endParaRPr lang="en-IN" sz="2200" dirty="0"/>
          </a:p>
          <a:p>
            <a:r>
              <a:rPr lang="en-IN" sz="2200" dirty="0"/>
              <a:t>To provide preliminary skin allergy analysis.</a:t>
            </a:r>
            <a:endParaRPr lang="en-IN" sz="2200" dirty="0"/>
          </a:p>
          <a:p>
            <a:r>
              <a:rPr lang="en-IN" sz="2200" dirty="0"/>
              <a:t>To provide suitable doctor suggestions.</a:t>
            </a:r>
            <a:endParaRPr lang="en-IN" sz="2200" dirty="0"/>
          </a:p>
          <a:p>
            <a:r>
              <a:rPr lang="en-IN" sz="2200" dirty="0"/>
              <a:t>To provide nearby hospital location information.</a:t>
            </a:r>
            <a:endParaRPr lang="en-IN" sz="2200" dirty="0"/>
          </a:p>
          <a:p>
            <a:r>
              <a:rPr lang="en-IN" sz="2200" dirty="0"/>
              <a:t>To generate and view patient report.</a:t>
            </a:r>
            <a:endParaRPr lang="en-IN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EXISTING SYSTEM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Skin allergy information is often managed manually.</a:t>
            </a:r>
            <a:endParaRPr lang="en-IN" sz="2200" dirty="0"/>
          </a:p>
          <a:p>
            <a:r>
              <a:rPr lang="en-IN" sz="2200" dirty="0"/>
              <a:t>Patient details may be stored in separated records.</a:t>
            </a:r>
            <a:endParaRPr lang="en-IN" sz="2200" dirty="0"/>
          </a:p>
          <a:p>
            <a:r>
              <a:rPr lang="en-IN" sz="2200" dirty="0"/>
              <a:t>Users may not have easy access to preliminary allergy information.</a:t>
            </a:r>
            <a:endParaRPr lang="en-IN" sz="2200" dirty="0"/>
          </a:p>
          <a:p>
            <a:r>
              <a:rPr lang="en-IN" sz="2200" dirty="0"/>
              <a:t>Finding suitable doctors and nearby hospitals may take more time.</a:t>
            </a:r>
            <a:endParaRPr lang="en-IN" sz="2200" dirty="0"/>
          </a:p>
          <a:p>
            <a:r>
              <a:rPr lang="en-IN" sz="2200" dirty="0"/>
              <a:t>Generating and maintaining reports manually can be difficult.</a:t>
            </a:r>
            <a:endParaRPr lang="en-IN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PROPOSED SYSTEM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A web-based system is developed to manage skin allergy-related information.</a:t>
            </a:r>
            <a:endParaRPr lang="en-IN" sz="2200" dirty="0"/>
          </a:p>
          <a:p>
            <a:r>
              <a:rPr lang="en-IN" sz="2200" dirty="0"/>
              <a:t>Users can register and securely login to the system.</a:t>
            </a:r>
            <a:endParaRPr lang="en-IN" sz="2200" dirty="0"/>
          </a:p>
          <a:p>
            <a:r>
              <a:rPr lang="en-IN" sz="2200" dirty="0"/>
              <a:t>Patient details, symptoms, and allergy history  can be recorded.</a:t>
            </a:r>
            <a:endParaRPr lang="en-IN" sz="2200" dirty="0"/>
          </a:p>
          <a:p>
            <a:r>
              <a:rPr lang="en-IN" sz="2200" dirty="0"/>
              <a:t>The system provides preliminary skin allergy analysis.</a:t>
            </a:r>
            <a:endParaRPr lang="en-IN" sz="2200" dirty="0"/>
          </a:p>
          <a:p>
            <a:r>
              <a:rPr lang="en-IN" sz="2200" dirty="0"/>
              <a:t>Doctor suggestion and nearby hospital information are provided.</a:t>
            </a:r>
            <a:endParaRPr lang="en-IN" sz="2200" dirty="0"/>
          </a:p>
          <a:p>
            <a:r>
              <a:rPr lang="en-IN" sz="2200" dirty="0"/>
              <a:t>Patient reports can be generated and viewed easily.</a:t>
            </a:r>
            <a:endParaRPr lang="en-IN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ADVANTAGES OF PROPOSED SYSTEM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200" dirty="0"/>
              <a:t>Easy and user-friendly web-based system. </a:t>
            </a:r>
            <a:endParaRPr lang="en-IN" sz="2200" dirty="0"/>
          </a:p>
          <a:p>
            <a:pPr lvl="0"/>
            <a:r>
              <a:rPr lang="en-IN" sz="2200" dirty="0"/>
              <a:t>Patient information can be maintained in one place. </a:t>
            </a:r>
            <a:endParaRPr lang="en-IN" sz="2200" dirty="0"/>
          </a:p>
          <a:p>
            <a:pPr lvl="0"/>
            <a:r>
              <a:rPr lang="en-IN" sz="2200" dirty="0"/>
              <a:t>Provides quick preliminary skin allergy analysis. </a:t>
            </a:r>
            <a:endParaRPr lang="en-IN" sz="2200" dirty="0"/>
          </a:p>
          <a:p>
            <a:pPr lvl="0"/>
            <a:r>
              <a:rPr lang="en-IN" sz="2200" dirty="0"/>
              <a:t>Helps users find suitable doctor suggestions. </a:t>
            </a:r>
            <a:endParaRPr lang="en-IN" sz="2200" dirty="0"/>
          </a:p>
          <a:p>
            <a:pPr lvl="0"/>
            <a:r>
              <a:rPr lang="en-IN" sz="2200" dirty="0"/>
              <a:t>Provides hospital location information. </a:t>
            </a:r>
            <a:endParaRPr lang="en-IN" sz="2200" dirty="0"/>
          </a:p>
          <a:p>
            <a:pPr lvl="0"/>
            <a:r>
              <a:rPr lang="en-IN" sz="2200" dirty="0"/>
              <a:t>Makes report generation and viewing easier. </a:t>
            </a:r>
            <a:endParaRPr lang="en-IN" sz="2200" dirty="0"/>
          </a:p>
          <a:p>
            <a:pPr lvl="0"/>
            <a:r>
              <a:rPr lang="en-IN" sz="2200" dirty="0"/>
              <a:t>Saves time and reduces manual work. </a:t>
            </a:r>
            <a:endParaRPr lang="en-IN" sz="2200" dirty="0"/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SYSTEM REQUIREMENTS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sz="3100" b="1" dirty="0"/>
              <a:t>Hardware Requirements</a:t>
            </a:r>
            <a:endParaRPr lang="en-IN" sz="3100" b="1" dirty="0"/>
          </a:p>
          <a:p>
            <a:pPr lvl="0"/>
            <a:r>
              <a:rPr lang="en-IN" sz="3100" dirty="0"/>
              <a:t>Computer / Laptop </a:t>
            </a:r>
            <a:endParaRPr lang="en-IN" sz="3100" dirty="0"/>
          </a:p>
          <a:p>
            <a:pPr lvl="0"/>
            <a:r>
              <a:rPr lang="en-IN" sz="3100" dirty="0"/>
              <a:t>Minimum 4 GB RAM </a:t>
            </a:r>
            <a:endParaRPr lang="en-IN" sz="3100" dirty="0"/>
          </a:p>
          <a:p>
            <a:pPr lvl="0"/>
            <a:r>
              <a:rPr lang="en-IN" sz="3100" dirty="0"/>
              <a:t>Internet Connection </a:t>
            </a:r>
            <a:endParaRPr lang="en-IN" sz="3100" dirty="0"/>
          </a:p>
          <a:p>
            <a:r>
              <a:rPr lang="en-IN" sz="3100" b="1" dirty="0"/>
              <a:t>Software Requirements</a:t>
            </a:r>
            <a:endParaRPr lang="en-IN" sz="3100" dirty="0"/>
          </a:p>
          <a:p>
            <a:pPr lvl="0"/>
            <a:r>
              <a:rPr lang="en-IN" sz="3100" dirty="0"/>
              <a:t>Windows Operating System </a:t>
            </a:r>
            <a:endParaRPr lang="en-IN" sz="3100" dirty="0"/>
          </a:p>
          <a:p>
            <a:pPr lvl="0"/>
            <a:r>
              <a:rPr lang="en-IN" sz="3100" dirty="0"/>
              <a:t>Python </a:t>
            </a:r>
            <a:endParaRPr lang="en-IN" sz="3100" dirty="0"/>
          </a:p>
          <a:p>
            <a:pPr lvl="0"/>
            <a:r>
              <a:rPr lang="en-IN" sz="3100" dirty="0"/>
              <a:t>Flask </a:t>
            </a:r>
            <a:endParaRPr lang="en-IN" sz="3100" dirty="0"/>
          </a:p>
          <a:p>
            <a:pPr lvl="0"/>
            <a:r>
              <a:rPr lang="en-IN" sz="3100" dirty="0"/>
              <a:t>HTML, CSS, JavaScript </a:t>
            </a:r>
            <a:endParaRPr lang="en-IN" sz="3100" dirty="0"/>
          </a:p>
          <a:p>
            <a:pPr lvl="0"/>
            <a:r>
              <a:rPr lang="en-IN" sz="3100" dirty="0"/>
              <a:t>SQLite Database </a:t>
            </a:r>
            <a:endParaRPr lang="en-IN" sz="3100" dirty="0"/>
          </a:p>
          <a:p>
            <a:pPr lvl="0"/>
            <a:r>
              <a:rPr lang="en-IN" sz="3100" dirty="0"/>
              <a:t>Visual Studio Code </a:t>
            </a:r>
            <a:endParaRPr lang="en-IN" sz="3100" dirty="0"/>
          </a:p>
          <a:p>
            <a:pPr lvl="0"/>
            <a:r>
              <a:rPr lang="en-IN" sz="3100" dirty="0"/>
              <a:t>Web Browser </a:t>
            </a:r>
            <a:endParaRPr lang="en-IN" sz="31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138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TECHNOLOGIES USED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086" y="1001485"/>
            <a:ext cx="10758714" cy="6226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/>
              <a:t>Frontend</a:t>
            </a:r>
            <a:endParaRPr lang="en-IN" sz="2200" dirty="0"/>
          </a:p>
          <a:p>
            <a:pPr lvl="0"/>
            <a:r>
              <a:rPr lang="en-IN" sz="2200" dirty="0"/>
              <a:t>HTML </a:t>
            </a:r>
            <a:endParaRPr lang="en-IN" sz="2200" dirty="0"/>
          </a:p>
          <a:p>
            <a:pPr lvl="0"/>
            <a:r>
              <a:rPr lang="en-IN" sz="2200" dirty="0"/>
              <a:t>CSS </a:t>
            </a:r>
            <a:endParaRPr lang="en-IN" sz="2200" dirty="0"/>
          </a:p>
          <a:p>
            <a:pPr lvl="0"/>
            <a:r>
              <a:rPr lang="en-IN" sz="2200" dirty="0"/>
              <a:t>JavaScript 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Backend</a:t>
            </a:r>
            <a:endParaRPr lang="en-IN" sz="2200" dirty="0"/>
          </a:p>
          <a:p>
            <a:pPr lvl="0"/>
            <a:r>
              <a:rPr lang="en-IN" sz="2200" dirty="0"/>
              <a:t>Python </a:t>
            </a:r>
            <a:endParaRPr lang="en-IN" sz="2200" dirty="0"/>
          </a:p>
          <a:p>
            <a:pPr lvl="0"/>
            <a:r>
              <a:rPr lang="en-IN" sz="2200" dirty="0"/>
              <a:t>Flask 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Database</a:t>
            </a:r>
            <a:endParaRPr lang="en-IN" sz="2200" dirty="0"/>
          </a:p>
          <a:p>
            <a:pPr lvl="0"/>
            <a:r>
              <a:rPr lang="en-IN" sz="2200" dirty="0"/>
              <a:t>SQLite 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AI / Analysis</a:t>
            </a:r>
            <a:endParaRPr lang="en-IN" sz="2200" dirty="0"/>
          </a:p>
          <a:p>
            <a:pPr lvl="0"/>
            <a:r>
              <a:rPr lang="en-IN" sz="2200" dirty="0"/>
              <a:t>Python-based symptom analysis 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Development Tool</a:t>
            </a:r>
            <a:endParaRPr lang="en-IN" sz="2200" dirty="0"/>
          </a:p>
          <a:p>
            <a:pPr lvl="0"/>
            <a:r>
              <a:rPr lang="en-IN" sz="2200" dirty="0"/>
              <a:t>Visual Studio Code</a:t>
            </a:r>
            <a:endParaRPr lang="en-IN" sz="2200" dirty="0"/>
          </a:p>
          <a:p>
            <a:endParaRPr lang="en-I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417" y="-3021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SYSTEM WORKFLOW</a:t>
            </a:r>
            <a:endParaRPr lang="en-IN" sz="3200" b="1" dirty="0"/>
          </a:p>
        </p:txBody>
      </p:sp>
      <p:sp>
        <p:nvSpPr>
          <p:cNvPr id="5" name="Rectangle: Rounded Corners 4"/>
          <p:cNvSpPr/>
          <p:nvPr/>
        </p:nvSpPr>
        <p:spPr>
          <a:xfrm flipH="1">
            <a:off x="3100613" y="945606"/>
            <a:ext cx="2850244" cy="53915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HOME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2939594" y="2838994"/>
            <a:ext cx="3153819" cy="52060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DASHBOARD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2958509" y="1892300"/>
            <a:ext cx="3196133" cy="53915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REGISTRATION</a:t>
            </a:r>
            <a:r>
              <a:rPr lang="en-IN" sz="2000" b="1" dirty="0">
                <a:solidFill>
                  <a:schemeClr val="tx1"/>
                </a:solidFill>
              </a:rPr>
              <a:t>/LOGIN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958509" y="3767140"/>
            <a:ext cx="3134904" cy="52060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PATIENT</a:t>
            </a:r>
            <a:r>
              <a:rPr lang="en-IN" sz="2000" b="1" dirty="0">
                <a:solidFill>
                  <a:schemeClr val="tx1"/>
                </a:solidFill>
              </a:rPr>
              <a:t> DETAILS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3032829" y="4784446"/>
            <a:ext cx="3241429" cy="44524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SKIN </a:t>
            </a:r>
            <a:r>
              <a:rPr lang="en-IN" sz="1600" b="1" dirty="0">
                <a:solidFill>
                  <a:schemeClr val="tx1"/>
                </a:solidFill>
              </a:rPr>
              <a:t>ALLERGY</a:t>
            </a:r>
            <a:r>
              <a:rPr lang="en-IN" sz="2000" b="1" dirty="0">
                <a:solidFill>
                  <a:schemeClr val="tx1"/>
                </a:solidFill>
              </a:rPr>
              <a:t> ANALYSIS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6841969" y="4784446"/>
            <a:ext cx="2826284" cy="44524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RESULT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6788758" y="5674944"/>
            <a:ext cx="3113016" cy="44524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DOCTOR</a:t>
            </a:r>
            <a:r>
              <a:rPr lang="en-IN" sz="2000" b="1" dirty="0">
                <a:solidFill>
                  <a:schemeClr val="tx1"/>
                </a:solidFill>
              </a:rPr>
              <a:t> SUGGESTION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6657372" y="6542424"/>
            <a:ext cx="3244402" cy="445249"/>
          </a:xfrm>
          <a:prstGeom prst="roundRect">
            <a:avLst>
              <a:gd name="adj" fmla="val 0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HOSPITAL</a:t>
            </a:r>
            <a:r>
              <a:rPr lang="en-IN" sz="2000" b="1" dirty="0">
                <a:solidFill>
                  <a:schemeClr val="tx1"/>
                </a:solidFill>
              </a:rPr>
              <a:t> LOCATION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6525985" y="7368154"/>
            <a:ext cx="3581841" cy="40245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REPORT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16" name="Arrow: Down 15"/>
          <p:cNvSpPr/>
          <p:nvPr/>
        </p:nvSpPr>
        <p:spPr>
          <a:xfrm>
            <a:off x="4317086" y="1514577"/>
            <a:ext cx="239491" cy="377723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Arrow: Down 19"/>
          <p:cNvSpPr/>
          <p:nvPr/>
        </p:nvSpPr>
        <p:spPr>
          <a:xfrm>
            <a:off x="4286244" y="2414894"/>
            <a:ext cx="239491" cy="4027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/>
          <p:cNvSpPr/>
          <p:nvPr/>
        </p:nvSpPr>
        <p:spPr>
          <a:xfrm>
            <a:off x="4317085" y="3371318"/>
            <a:ext cx="239491" cy="4143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/>
          <p:cNvSpPr/>
          <p:nvPr/>
        </p:nvSpPr>
        <p:spPr>
          <a:xfrm rot="5400000">
            <a:off x="4242081" y="4396086"/>
            <a:ext cx="445248" cy="2394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/>
          <p:cNvSpPr/>
          <p:nvPr/>
        </p:nvSpPr>
        <p:spPr>
          <a:xfrm>
            <a:off x="6298218" y="4884527"/>
            <a:ext cx="519791" cy="3193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Up 23"/>
          <p:cNvSpPr/>
          <p:nvPr/>
        </p:nvSpPr>
        <p:spPr>
          <a:xfrm rot="10800000">
            <a:off x="8072210" y="5229695"/>
            <a:ext cx="273056" cy="41150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Up 24"/>
          <p:cNvSpPr/>
          <p:nvPr/>
        </p:nvSpPr>
        <p:spPr>
          <a:xfrm rot="10800000">
            <a:off x="8088991" y="6109532"/>
            <a:ext cx="239492" cy="40898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Up 25"/>
          <p:cNvSpPr/>
          <p:nvPr/>
        </p:nvSpPr>
        <p:spPr>
          <a:xfrm rot="10800000">
            <a:off x="8073661" y="6973870"/>
            <a:ext cx="272151" cy="36529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MODULE DESCRIPTION-PART 1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1. Home Page</a:t>
            </a:r>
            <a:br>
              <a:rPr lang="en-IN" sz="2200" dirty="0"/>
            </a:br>
            <a:r>
              <a:rPr lang="en-IN" sz="2200" dirty="0"/>
              <a:t>Provides the main interface of the system.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2. User Registration</a:t>
            </a:r>
            <a:br>
              <a:rPr lang="en-IN" sz="2200" dirty="0"/>
            </a:br>
            <a:r>
              <a:rPr lang="en-IN" sz="2200" dirty="0"/>
              <a:t>Allows new users to create an account.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3. User Login</a:t>
            </a:r>
            <a:br>
              <a:rPr lang="en-IN" sz="2200" dirty="0"/>
            </a:br>
            <a:r>
              <a:rPr lang="en-IN" sz="2200" dirty="0"/>
              <a:t>Allows registered users to access the system.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4. User Dashboard</a:t>
            </a:r>
            <a:br>
              <a:rPr lang="en-IN" sz="2200" dirty="0"/>
            </a:br>
            <a:r>
              <a:rPr lang="en-IN" sz="2200" dirty="0"/>
              <a:t>Provides access to the main modules from one place.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5. Patient Details</a:t>
            </a:r>
            <a:br>
              <a:rPr lang="en-IN" sz="2200" dirty="0"/>
            </a:br>
            <a:r>
              <a:rPr lang="en-IN" sz="2200" dirty="0"/>
              <a:t>Allows users to manage patient information, symptoms, and allergy history.</a:t>
            </a:r>
            <a:endParaRPr lang="en-IN" sz="2200" dirty="0"/>
          </a:p>
          <a:p>
            <a:pPr marL="0" indent="0">
              <a:buNone/>
            </a:pPr>
            <a:endParaRPr lang="en-IN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MODULE DESCRIPTION- PART 2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6. Skin Allergy Detection</a:t>
            </a:r>
            <a:br>
              <a:rPr lang="en-IN" sz="2200" dirty="0"/>
            </a:br>
            <a:r>
              <a:rPr lang="en-IN" sz="2200" dirty="0" err="1"/>
              <a:t>Analyzes</a:t>
            </a:r>
            <a:r>
              <a:rPr lang="en-IN" sz="2200" dirty="0"/>
              <a:t> the symptoms entered by the user for preliminary allergy screening.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7. Allergy Result / Prediction</a:t>
            </a:r>
            <a:br>
              <a:rPr lang="en-IN" sz="2200" dirty="0"/>
            </a:br>
            <a:r>
              <a:rPr lang="en-IN" sz="2200" dirty="0"/>
              <a:t>Displays the possible skin allergy condition and basic guidance.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8. Doctor Suggestion</a:t>
            </a:r>
            <a:br>
              <a:rPr lang="en-IN" sz="2200" dirty="0"/>
            </a:br>
            <a:r>
              <a:rPr lang="en-IN" sz="2200" dirty="0"/>
              <a:t>Provides suitable doctor information for further consultation.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9. Hospital Location</a:t>
            </a:r>
            <a:br>
              <a:rPr lang="en-IN" sz="2200" dirty="0"/>
            </a:br>
            <a:r>
              <a:rPr lang="en-IN" sz="2200" dirty="0"/>
              <a:t>Helps users find nearby hospitals and their location information.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10. Reports</a:t>
            </a:r>
            <a:br>
              <a:rPr lang="en-IN" sz="2200" dirty="0"/>
            </a:br>
            <a:r>
              <a:rPr lang="en-IN" sz="2200" dirty="0"/>
              <a:t>Displays the patient's details and allergy analysis in a report format.</a:t>
            </a:r>
            <a:endParaRPr lang="en-IN" sz="2200" dirty="0"/>
          </a:p>
          <a:p>
            <a:pPr marL="0" indent="0">
              <a:buNone/>
            </a:pPr>
            <a:endParaRPr lang="en-IN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AI SKIN ALLERGY ANALYSIS</a:t>
            </a:r>
            <a:endParaRPr lang="en-IN" sz="3200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0" y="681037"/>
            <a:ext cx="13280570" cy="6053592"/>
          </a:xfrm>
        </p:spPr>
        <p:txBody>
          <a:bodyPr>
            <a:normAutofit/>
          </a:bodyPr>
          <a:lstStyle/>
          <a:p>
            <a:r>
              <a:rPr lang="en-IN" sz="1800" b="1" dirty="0"/>
              <a:t>Input</a:t>
            </a:r>
            <a:endParaRPr lang="en-IN" sz="1800" dirty="0"/>
          </a:p>
          <a:p>
            <a:pPr lvl="0"/>
            <a:r>
              <a:rPr lang="en-IN" sz="1800" dirty="0"/>
              <a:t>Skin Area </a:t>
            </a:r>
            <a:endParaRPr lang="en-IN" sz="1800" dirty="0"/>
          </a:p>
          <a:p>
            <a:pPr lvl="0"/>
            <a:r>
              <a:rPr lang="en-IN" sz="1800" dirty="0"/>
              <a:t>Duration </a:t>
            </a:r>
            <a:endParaRPr lang="en-IN" sz="1800" dirty="0"/>
          </a:p>
          <a:p>
            <a:pPr lvl="0"/>
            <a:r>
              <a:rPr lang="en-IN" sz="1800" dirty="0"/>
              <a:t>Symptoms </a:t>
            </a:r>
            <a:endParaRPr lang="en-IN" sz="1800" dirty="0"/>
          </a:p>
          <a:p>
            <a:pPr lvl="0"/>
            <a:r>
              <a:rPr lang="en-IN" sz="1800" dirty="0"/>
              <a:t>Additional Information </a:t>
            </a:r>
            <a:endParaRPr lang="en-IN" sz="1800" dirty="0"/>
          </a:p>
          <a:p>
            <a:r>
              <a:rPr lang="en-IN" sz="1800" b="1" dirty="0"/>
              <a:t>Analysis</a:t>
            </a:r>
            <a:endParaRPr lang="en-IN" sz="1800" dirty="0"/>
          </a:p>
          <a:p>
            <a:pPr lvl="0"/>
            <a:r>
              <a:rPr lang="en-IN" sz="1800" dirty="0"/>
              <a:t>Symptom-based preliminary screening </a:t>
            </a:r>
            <a:endParaRPr lang="en-IN" sz="1800" dirty="0"/>
          </a:p>
          <a:p>
            <a:r>
              <a:rPr lang="en-IN" sz="1800" b="1" dirty="0"/>
              <a:t>Output</a:t>
            </a:r>
            <a:endParaRPr lang="en-IN" sz="1800" dirty="0"/>
          </a:p>
          <a:p>
            <a:pPr lvl="0"/>
            <a:r>
              <a:rPr lang="en-IN" sz="1800" dirty="0"/>
              <a:t>Possible skin condition </a:t>
            </a:r>
            <a:endParaRPr lang="en-IN" sz="1800" dirty="0"/>
          </a:p>
          <a:p>
            <a:pPr lvl="0"/>
            <a:r>
              <a:rPr lang="en-IN" sz="1800" dirty="0"/>
              <a:t>Basic guidance </a:t>
            </a:r>
            <a:endParaRPr lang="en-IN" sz="1800" dirty="0"/>
          </a:p>
          <a:p>
            <a:r>
              <a:rPr lang="en-IN" sz="1800" b="1" dirty="0"/>
              <a:t>Note</a:t>
            </a:r>
            <a:endParaRPr lang="en-IN" sz="1800" dirty="0"/>
          </a:p>
          <a:p>
            <a:pPr lvl="0"/>
            <a:r>
              <a:rPr lang="en-IN" sz="1800" dirty="0"/>
              <a:t>This is not a medical diagnosis. </a:t>
            </a:r>
            <a:endParaRPr lang="en-IN" sz="1800" dirty="0"/>
          </a:p>
          <a:p>
            <a:pPr lvl="0"/>
            <a:r>
              <a:rPr lang="en-IN" sz="1800" dirty="0"/>
              <a:t>Consult a qualified healthcare professional.</a:t>
            </a: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0" t="9178" r="16980"/>
          <a:stretch>
            <a:fillRect/>
          </a:stretch>
        </p:blipFill>
        <p:spPr>
          <a:xfrm>
            <a:off x="4512992" y="681037"/>
            <a:ext cx="2467430" cy="374525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2" t="3028" r="10120" b="16451"/>
          <a:stretch>
            <a:fillRect/>
          </a:stretch>
        </p:blipFill>
        <p:spPr>
          <a:xfrm>
            <a:off x="7445828" y="676036"/>
            <a:ext cx="2931886" cy="374525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t="1069" r="8563" b="19687"/>
          <a:stretch>
            <a:fillRect/>
          </a:stretch>
        </p:blipFill>
        <p:spPr>
          <a:xfrm>
            <a:off x="5022848" y="4510899"/>
            <a:ext cx="4845959" cy="21291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DOCTOR SUGGESTION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200" dirty="0"/>
              <a:t>Provides suitable doctor information for further consultation. </a:t>
            </a:r>
            <a:endParaRPr lang="en-IN" sz="2200" dirty="0"/>
          </a:p>
          <a:p>
            <a:pPr lvl="0"/>
            <a:r>
              <a:rPr lang="en-IN" sz="2200" dirty="0"/>
              <a:t>Helps users understand the need for professional medical advice. </a:t>
            </a:r>
            <a:endParaRPr lang="en-IN" sz="2200" dirty="0"/>
          </a:p>
          <a:p>
            <a:pPr lvl="0"/>
            <a:r>
              <a:rPr lang="en-IN" sz="2200" dirty="0"/>
              <a:t>Guides users to seek appropriate healthcare support. </a:t>
            </a:r>
            <a:endParaRPr lang="en-IN" sz="2200" dirty="0"/>
          </a:p>
          <a:p>
            <a:pPr lvl="0"/>
            <a:r>
              <a:rPr lang="en-IN" sz="2200" dirty="0"/>
              <a:t>Users are advised to consult a qualified healthcare professional.</a:t>
            </a:r>
            <a:endParaRPr lang="en-IN" sz="2200" dirty="0"/>
          </a:p>
          <a:p>
            <a:pPr marL="0" indent="0">
              <a:buNone/>
            </a:pPr>
            <a:endParaRPr lang="en-IN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5708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HOSPITAL LOCATION</a:t>
            </a:r>
            <a:endParaRPr lang="en-IN" sz="32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2" r="18463" b="16519"/>
          <a:stretch>
            <a:fillRect/>
          </a:stretch>
        </p:blipFill>
        <p:spPr>
          <a:xfrm>
            <a:off x="1354581" y="1357087"/>
            <a:ext cx="3541487" cy="32403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2962" b="43134"/>
          <a:stretch>
            <a:fillRect/>
          </a:stretch>
        </p:blipFill>
        <p:spPr>
          <a:xfrm>
            <a:off x="6294664" y="1357087"/>
            <a:ext cx="3660540" cy="30745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0611" y="4891315"/>
            <a:ext cx="88507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Allows users to enter or view location details.</a:t>
            </a:r>
            <a:endParaRPr lang="en-US" sz="2000" dirty="0"/>
          </a:p>
          <a:p>
            <a:r>
              <a:rPr lang="en-US" sz="2000" dirty="0"/>
              <a:t>• Helps users identify nearby hospitals for further consultation.</a:t>
            </a:r>
            <a:endParaRPr lang="en-IN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6" y="-2154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REPORTS</a:t>
            </a:r>
            <a:endParaRPr lang="en-IN" sz="32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14" r="31253"/>
          <a:stretch>
            <a:fillRect/>
          </a:stretch>
        </p:blipFill>
        <p:spPr>
          <a:xfrm>
            <a:off x="165100" y="733425"/>
            <a:ext cx="4483100" cy="25758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30" r="24404"/>
          <a:stretch>
            <a:fillRect/>
          </a:stretch>
        </p:blipFill>
        <p:spPr>
          <a:xfrm>
            <a:off x="5057754" y="793297"/>
            <a:ext cx="6299201" cy="25758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6" r="24047" b="22668"/>
          <a:stretch>
            <a:fillRect/>
          </a:stretch>
        </p:blipFill>
        <p:spPr>
          <a:xfrm>
            <a:off x="1378857" y="3429000"/>
            <a:ext cx="8519886" cy="19630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9200" y="5631541"/>
            <a:ext cx="9753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• Displays patient details in a structured format.</a:t>
            </a:r>
            <a:br>
              <a:rPr lang="en-IN" sz="2000" dirty="0"/>
            </a:br>
            <a:r>
              <a:rPr lang="en-IN" sz="2000" dirty="0"/>
              <a:t>• Includes symptoms, allergy history, and preliminary analysis.</a:t>
            </a:r>
            <a:br>
              <a:rPr lang="en-IN" sz="2000" dirty="0"/>
            </a:br>
            <a:r>
              <a:rPr lang="en-IN" sz="2000" dirty="0"/>
              <a:t>• Helps users view and maintain patient reports.</a:t>
            </a:r>
            <a:endParaRPr lang="en-IN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DATABASE/ DATAFLOW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/>
              <a:t>• User registration and login details are stored in the database.</a:t>
            </a:r>
            <a:br>
              <a:rPr lang="en-IN" sz="2200" dirty="0"/>
            </a:br>
            <a:r>
              <a:rPr lang="en-IN" sz="2200" dirty="0"/>
              <a:t>• Patient details, symptoms, and allergy history are recorded.</a:t>
            </a:r>
            <a:br>
              <a:rPr lang="en-IN" sz="2200" dirty="0"/>
            </a:br>
            <a:r>
              <a:rPr lang="en-IN" sz="2200" dirty="0"/>
              <a:t>• AI analysis results are stored for report generation.</a:t>
            </a:r>
            <a:br>
              <a:rPr lang="en-IN" sz="2200" dirty="0"/>
            </a:br>
            <a:r>
              <a:rPr lang="en-IN" sz="2200" dirty="0"/>
              <a:t>• The system retrieves stored information when required.</a:t>
            </a:r>
            <a:br>
              <a:rPr lang="en-IN" sz="2200" dirty="0"/>
            </a:br>
            <a:r>
              <a:rPr lang="en-IN" sz="2200" dirty="0"/>
              <a:t>• Reports are generated using the stored patient information.</a:t>
            </a:r>
            <a:endParaRPr lang="en-IN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FUTURE ENHANCEMENT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/>
              <a:t>• AI model can be improved using a larger skin image dataset.</a:t>
            </a:r>
            <a:br>
              <a:rPr lang="en-IN" sz="2200" dirty="0"/>
            </a:br>
            <a:r>
              <a:rPr lang="en-IN" sz="2200" dirty="0"/>
              <a:t>• Image-based skin condition detection can be added.</a:t>
            </a:r>
            <a:br>
              <a:rPr lang="en-IN" sz="2200" dirty="0"/>
            </a:br>
            <a:r>
              <a:rPr lang="en-IN" sz="2200" dirty="0"/>
              <a:t>• The system can support online doctor consultation.</a:t>
            </a:r>
            <a:br>
              <a:rPr lang="en-IN" sz="2200" dirty="0"/>
            </a:br>
            <a:r>
              <a:rPr lang="en-IN" sz="2200" dirty="0"/>
              <a:t>• Mobile application support can be developed.</a:t>
            </a:r>
            <a:br>
              <a:rPr lang="en-IN" sz="2200" dirty="0"/>
            </a:br>
            <a:r>
              <a:rPr lang="en-IN" sz="2200" dirty="0"/>
              <a:t>• More hospitals and healthcare services can be added.</a:t>
            </a:r>
            <a:br>
              <a:rPr lang="en-IN" sz="2200" dirty="0"/>
            </a:br>
            <a:r>
              <a:rPr lang="en-IN" sz="2200" dirty="0"/>
              <a:t>• The system can be enhanced with multilingual support.</a:t>
            </a:r>
            <a:endParaRPr lang="en-IN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CONCLUSION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/>
              <a:t>• The AI Skin Allergy Management System provides a simple and user-friendly web-based platform.</a:t>
            </a:r>
            <a:br>
              <a:rPr lang="en-IN" sz="2200" dirty="0"/>
            </a:br>
            <a:r>
              <a:rPr lang="en-IN" sz="2200" dirty="0"/>
              <a:t>• It helps manage patient details, symptoms, and allergy history efficiently.</a:t>
            </a:r>
            <a:br>
              <a:rPr lang="en-IN" sz="2200" dirty="0"/>
            </a:br>
            <a:r>
              <a:rPr lang="en-IN" sz="2200" dirty="0"/>
              <a:t>• The system provides preliminary skin allergy analysis and basic guidance.</a:t>
            </a:r>
            <a:br>
              <a:rPr lang="en-IN" sz="2200" dirty="0"/>
            </a:br>
            <a:r>
              <a:rPr lang="en-IN" sz="2200" dirty="0"/>
              <a:t>• Doctor suggestions, hospital locations, and reports support better healthcare access.</a:t>
            </a:r>
            <a:br>
              <a:rPr lang="en-IN" sz="2200" dirty="0"/>
            </a:br>
            <a:r>
              <a:rPr lang="en-IN" sz="2200" dirty="0"/>
              <a:t>• The system can be further improved with advanced AI and image-based analysis.</a:t>
            </a:r>
            <a:endParaRPr lang="en-IN" sz="2200" dirty="0"/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endParaRPr lang="en-IN" sz="2200" dirty="0"/>
          </a:p>
          <a:p>
            <a:pPr marL="0" indent="0" algn="ctr">
              <a:buNone/>
            </a:pPr>
            <a:r>
              <a:rPr lang="en-IN" sz="2400" b="1" dirty="0"/>
              <a:t>THANK YOU</a:t>
            </a:r>
            <a:endParaRPr lang="en-IN"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5575</Words>
  <Application>WPS Presentation</Application>
  <PresentationFormat>Widescreen</PresentationFormat>
  <Paragraphs>185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SKIN ALLERGY MANAGEMENT SYSTEM</vt:lpstr>
      <vt:lpstr>INTRODUCTION</vt:lpstr>
      <vt:lpstr>PROBLEM STATEMENT</vt:lpstr>
      <vt:lpstr>OBJECTIVES</vt:lpstr>
      <vt:lpstr>EXISTING SYSTEM</vt:lpstr>
      <vt:lpstr>PROPOSED SYSTEM</vt:lpstr>
      <vt:lpstr>ADVANTAGES OF PROPOSED SYSTEM</vt:lpstr>
      <vt:lpstr>SYSTEM REQUIREMENTS</vt:lpstr>
      <vt:lpstr>TECHNOLOGIES USED</vt:lpstr>
      <vt:lpstr>SYSTEM WORKFLOW</vt:lpstr>
      <vt:lpstr>MODULE DESCRIPTION-PART 1</vt:lpstr>
      <vt:lpstr>MODULE DESCRIPTION- PART 2</vt:lpstr>
      <vt:lpstr>AI SKIN ALLERGY ANALYSIS</vt:lpstr>
      <vt:lpstr>DOCTOR SUGGESTION</vt:lpstr>
      <vt:lpstr>HOSPITAL LOCATION</vt:lpstr>
      <vt:lpstr>REPORTS</vt:lpstr>
      <vt:lpstr>DATABASE/ DATAFLOW</vt:lpstr>
      <vt:lpstr>FUTURE ENHANCEMENT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M</dc:creator>
  <cp:lastModifiedBy>ELCOT</cp:lastModifiedBy>
  <cp:revision>3</cp:revision>
  <dcterms:created xsi:type="dcterms:W3CDTF">2026-08-28T09:58:00Z</dcterms:created>
  <dcterms:modified xsi:type="dcterms:W3CDTF">2026-08-30T14:56:03Z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4AF3346A828F43C8AA10030CA56A135E_12</vt:lpwstr>
  </property>
</Properties>
</file>